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262" r:id="rId3"/>
    <p:sldId id="263" r:id="rId4"/>
    <p:sldId id="264" r:id="rId5"/>
    <p:sldId id="265" r:id="rId6"/>
    <p:sldId id="258" r:id="rId7"/>
    <p:sldId id="259" r:id="rId8"/>
    <p:sldId id="260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19"/>
  </p:normalViewPr>
  <p:slideViewPr>
    <p:cSldViewPr snapToGrid="0">
      <p:cViewPr varScale="1">
        <p:scale>
          <a:sx n="86" d="100"/>
          <a:sy n="86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5E06A-FCE0-46D0-A17F-02C4ACC8E973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417FD-C6CE-4E72-A0CE-489F856C0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25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417FD-C6CE-4E72-A0CE-489F856C0E7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153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BD81-E540-A814-D09C-F68C4106B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EFB01-DE38-040B-25F7-9ADCA7357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57BDF-9BCB-BE85-F98B-25CF3564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D0DBF-760F-46EA-9167-EF38D1F2E97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B9272-8DFD-8949-ECC2-CFFE4007F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DA409-90E1-6C44-BF67-81156397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D991-7D8D-48C6-85EB-C6C4C8E01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08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D51B5-0ED9-D342-7BE4-EB8A76A9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BE5BF-EBCD-0DB0-23B4-0B2807DAA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D2FA8-3B44-808B-0F8B-A15BFE781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D0DBF-760F-46EA-9167-EF38D1F2E97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05B98-E95B-D88C-F215-4BD77753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A3A0F-1EA5-C755-F396-5DBDF4E15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D991-7D8D-48C6-85EB-C6C4C8E01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956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799CD-8490-7696-1AF4-0A184215F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9C9C0-8E66-2A5B-4A06-24EAF727A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EAC99-7016-143C-AE9F-0BBD8C36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D0DBF-760F-46EA-9167-EF38D1F2E97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D3D55-8C7D-62B4-D34A-B167775DC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7CEE2-C9AE-88F8-F8EB-67A1AF7B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D991-7D8D-48C6-85EB-C6C4C8E01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965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7B73-11A1-A419-4DDD-4BDD3205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76CC1-ED22-F810-48EE-511AB8699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B507A-2413-828E-AA35-9FAF98035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AC7D0-C080-EB5F-DCE6-32AB3E602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D0DBF-760F-46EA-9167-EF38D1F2E97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C8459-1866-1477-56FF-26746CC2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CDB57-DB1D-1EE4-F13E-028B6C33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D991-7D8D-48C6-85EB-C6C4C8E01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448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3DB07-CD00-4547-92E6-6119465FB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7B506-7A4D-7A5A-7946-755EC772B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71764-20EC-E3E6-CA82-DC24A8E5E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6E613-71A9-E785-9115-FD170C283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553636-150F-5DD6-7A83-B26D163C2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E29F47-6E4A-CFFE-59A3-D053011FC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D0DBF-760F-46EA-9167-EF38D1F2E97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2FFFB2-1374-8BB6-F9AF-5B105F200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05AC6-F2DD-C03A-F014-2692D798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D991-7D8D-48C6-85EB-C6C4C8E01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56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A3EB7-8C0E-F463-44C4-2C9313A83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9AAC2-4546-06E7-9402-B62E0BEF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D0DBF-760F-46EA-9167-EF38D1F2E97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1C3A9-CED4-0A1D-40C1-E3DEC949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A31F5-5294-9B6C-62E3-B5D37668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D991-7D8D-48C6-85EB-C6C4C8E01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670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4A86C-9498-36B6-742A-3178E0120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D0DBF-760F-46EA-9167-EF38D1F2E97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50432-7C13-7D8D-7769-A9DFB5345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EB1E2-BEA0-C0C8-4378-9D040E8A9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D991-7D8D-48C6-85EB-C6C4C8E01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07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2485-EEB9-7172-53FD-70D098952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1A96B-5B35-7E83-E3A6-88E07BF19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1CC9F-3203-9FF1-FA13-AD9BE4794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56C45-9E32-4B6A-BD79-1F2A1248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D0DBF-760F-46EA-9167-EF38D1F2E97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A66EC-C44D-B1F2-1A5F-01325478E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CAA48-83D2-9C43-07F9-AE6CFB4D6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D991-7D8D-48C6-85EB-C6C4C8E01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425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0454-4E01-4DC5-3A07-2EEF7FB56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F673C1-42D8-9E30-B5F5-FB7A1AE63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80060-E449-32A4-825A-7EB2B14F6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DCFC0-626E-6502-848F-86B90D6E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D0DBF-760F-46EA-9167-EF38D1F2E97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19FD6-437A-4D9D-A9F8-CB68FE39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CCDD6-A57F-004C-F44C-82A6C288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D991-7D8D-48C6-85EB-C6C4C8E01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09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AC572-B913-4058-10B5-D8B643556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5CCF1-45EC-70BE-6E23-AB2E7E5B0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9CE6D-3942-AD5A-AC45-89FABD5D2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D0DBF-760F-46EA-9167-EF38D1F2E97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4382D-1219-2DC4-EA5D-47800E8E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60197-31B1-1A19-6304-63312D65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D991-7D8D-48C6-85EB-C6C4C8E01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050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9D68F0-F711-EFA3-1229-DC60C2154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95DD7-2FAD-91F4-5280-9B612BEF7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548B4-8C66-22A0-6337-BDC450586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D0DBF-760F-46EA-9167-EF38D1F2E97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EC819-5D2A-BE24-F90B-52B30FEF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365DA-F33C-FBCB-5F9D-41AAA7EA3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DD991-7D8D-48C6-85EB-C6C4C8E01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760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C183A6-36B2-AA76-DB8B-9D9EBEF6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32694-F2B6-3FFD-7368-173E6FEFC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8FEB7-109C-C0D7-B02D-76F703F1F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D0DBF-760F-46EA-9167-EF38D1F2E97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1E54E-31DA-8414-E0BB-787BD7461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6BACA-5562-7F71-05C6-D8CFC7F92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DD991-7D8D-48C6-85EB-C6C4C8E01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05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841530-7744-3AEC-8439-8247270FFCDA}"/>
              </a:ext>
            </a:extLst>
          </p:cNvPr>
          <p:cNvSpPr txBox="1"/>
          <p:nvPr/>
        </p:nvSpPr>
        <p:spPr>
          <a:xfrm>
            <a:off x="570271" y="1199535"/>
            <a:ext cx="10913807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lang="en-IN" dirty="0"/>
          </a:p>
          <a:p>
            <a:pPr algn="ctr">
              <a:buNone/>
            </a:pPr>
            <a:br>
              <a:rPr lang="en-IN" dirty="0"/>
            </a:br>
            <a:r>
              <a:rPr lang="en-IN" sz="2400" b="1" dirty="0"/>
              <a:t>An Intelligent Traffic Signal Control System Using Q-Learning and Deep Q-Networks for Peak-Hour Congestion Reduction</a:t>
            </a:r>
          </a:p>
          <a:p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Presented by:</a:t>
            </a:r>
          </a:p>
          <a:p>
            <a:r>
              <a:rPr lang="en-IN" dirty="0"/>
              <a:t>T. Goutham Reddy (2303A51345)</a:t>
            </a:r>
            <a:br>
              <a:rPr lang="en-IN" dirty="0"/>
            </a:br>
            <a:r>
              <a:rPr lang="en-IN" dirty="0"/>
              <a:t>M. Meghana (2303A52505)</a:t>
            </a:r>
          </a:p>
          <a:p>
            <a:r>
              <a:rPr lang="en-IN" dirty="0"/>
              <a:t>P. </a:t>
            </a:r>
            <a:r>
              <a:rPr lang="en-IN" dirty="0" err="1"/>
              <a:t>Vishwateja</a:t>
            </a:r>
            <a:r>
              <a:rPr lang="en-IN" dirty="0"/>
              <a:t> (2303A52389)</a:t>
            </a:r>
          </a:p>
          <a:p>
            <a:pPr>
              <a:buNone/>
            </a:pPr>
            <a:r>
              <a:rPr lang="en-IN" dirty="0"/>
              <a:t>Ch. Vineeth (2303A52447)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Under Guidance:</a:t>
            </a:r>
            <a:r>
              <a:rPr lang="en-IN" dirty="0"/>
              <a:t> Dr. Sri Raman Kothuri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Domain:</a:t>
            </a:r>
            <a:r>
              <a:rPr lang="en-IN" dirty="0"/>
              <a:t> Artificial Intelligence | IoT | Embedded Systems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B17B91-2288-F1B2-3BB1-CBC0F1670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761" y="132735"/>
            <a:ext cx="4640826" cy="137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72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2D355-359F-1A19-1E24-2B01567E6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BEE47B-167C-9C49-0EC6-55A9DBEC9CE3}"/>
              </a:ext>
            </a:extLst>
          </p:cNvPr>
          <p:cNvSpPr txBox="1"/>
          <p:nvPr/>
        </p:nvSpPr>
        <p:spPr>
          <a:xfrm>
            <a:off x="453320" y="1012723"/>
            <a:ext cx="674389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Introduction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dirty="0"/>
              <a:t>Urban traffic congestion remains a critical challenge, particularly during peak hours when vehicle flow is highly dynamic and unpredictable. Traditional fixed-time traffic light systems operate on pre-set intervals, often causing unnecessary delays at low-density lanes while overcrowded routes experience prolonged waiting times. To address this inefficiency, this project proposes an intelligent, adaptive traffic signal control system based on Reinforcement Learning (RL) techniques—specifically Q-Learning for single-junction optimization and Deep Q-Networks (DQN) for complex multi-junction coordination.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8617AE-B98C-6067-F38D-478E1B0A9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214" y="828520"/>
            <a:ext cx="4807973" cy="520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0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37CB1-7103-06A2-F305-2C4302C8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7393B8-0C45-9ED7-2568-F34FBFF51903}"/>
              </a:ext>
            </a:extLst>
          </p:cNvPr>
          <p:cNvSpPr txBox="1"/>
          <p:nvPr/>
        </p:nvSpPr>
        <p:spPr>
          <a:xfrm>
            <a:off x="442451" y="1327354"/>
            <a:ext cx="1035336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endParaRPr lang="en-US" b="1" dirty="0"/>
          </a:p>
          <a:p>
            <a:r>
              <a:rPr lang="en-US" dirty="0"/>
              <a:t>Most cities rely on pre-defined traffic signal timers that do not consider current road conditions. During peak hours, this rigidity leads to unnecessary idling of vehicles, higher fuel consumption, and longer queues.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Fixed signal timers cannot adapt to fluctuating vehicle densities.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Longer waiting times lead to increased congestion and emissions.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Need for a </a:t>
            </a:r>
            <a:r>
              <a:rPr lang="en-US" b="1" dirty="0"/>
              <a:t>real-time, data-driven</a:t>
            </a:r>
            <a:r>
              <a:rPr lang="en-US" dirty="0"/>
              <a:t> traffic management approach.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Goal: </a:t>
            </a:r>
            <a:r>
              <a:rPr lang="en-US" b="1" dirty="0"/>
              <a:t>Optimize traffic signal timing dynamically</a:t>
            </a:r>
            <a:r>
              <a:rPr lang="en-US" dirty="0"/>
              <a:t> using AI and IoT.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78094-3C33-20E9-FE53-CA45AAD7FC78}"/>
              </a:ext>
            </a:extLst>
          </p:cNvPr>
          <p:cNvSpPr txBox="1"/>
          <p:nvPr/>
        </p:nvSpPr>
        <p:spPr>
          <a:xfrm>
            <a:off x="442452" y="3962400"/>
            <a:ext cx="87015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Motivation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make transportation </a:t>
            </a:r>
            <a:r>
              <a:rPr lang="en-US" b="1" dirty="0"/>
              <a:t>smarter, eco-friendly, and time-efficient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Reinforcement Learning enables systems to </a:t>
            </a:r>
            <a:r>
              <a:rPr lang="en-US" b="1" dirty="0"/>
              <a:t>learn from experience</a:t>
            </a:r>
            <a:r>
              <a:rPr lang="en-US" dirty="0"/>
              <a:t> and adapt.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IoT integration (IR/camera sensors) enables </a:t>
            </a:r>
            <a:r>
              <a:rPr lang="en-US" b="1" dirty="0"/>
              <a:t>real-time traffic monitoring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Smart cities need scalable, intelligent traffic control systems.</a:t>
            </a:r>
          </a:p>
        </p:txBody>
      </p:sp>
    </p:spTree>
    <p:extLst>
      <p:ext uri="{BB962C8B-B14F-4D97-AF65-F5344CB8AC3E}">
        <p14:creationId xmlns:p14="http://schemas.microsoft.com/office/powerpoint/2010/main" val="2425970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E9E89-12D3-EA77-CF44-0519066D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540D76-7C7F-3C9B-FA87-89907FA416D1}"/>
              </a:ext>
            </a:extLst>
          </p:cNvPr>
          <p:cNvSpPr txBox="1"/>
          <p:nvPr/>
        </p:nvSpPr>
        <p:spPr>
          <a:xfrm>
            <a:off x="422786" y="1130710"/>
            <a:ext cx="625331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Objectives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 design a reinforcement learning-based adaptive traffic signal system</a:t>
            </a:r>
            <a:r>
              <a:rPr lang="en-US" dirty="0"/>
              <a:t> capable of adjusting signal durations in real-time.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 implement Q-Learning and Deep Q-Network algorithms</a:t>
            </a:r>
            <a:r>
              <a:rPr lang="en-US" dirty="0"/>
              <a:t> that optimize traffic flow based on current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 develop a hardware prototype</a:t>
            </a:r>
            <a:r>
              <a:rPr lang="en-US" dirty="0"/>
              <a:t> using Raspberry Pi and IoT sensors for real-world simulation.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 reduce congestion and waiting times</a:t>
            </a:r>
            <a:r>
              <a:rPr lang="en-US" dirty="0"/>
              <a:t>, especially during peak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 integrate data analytics and cloud capabilities</a:t>
            </a:r>
            <a:r>
              <a:rPr lang="en-US" dirty="0"/>
              <a:t> for future smart city scalability.</a:t>
            </a:r>
          </a:p>
          <a:p>
            <a:r>
              <a:rPr lang="en-US" dirty="0"/>
              <a:t>Each of these objectives contributes to making traffic systems intelligent, responsive, and sustainable.</a:t>
            </a:r>
          </a:p>
          <a:p>
            <a:pPr>
              <a:buFont typeface="+mj-lt"/>
              <a:buAutoNum type="arabicPeriod"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E7A81A-345F-ACA4-A695-E3CFB5B38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15" y="865239"/>
            <a:ext cx="5081889" cy="520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7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423D8-1FFF-D757-8945-7F826D46D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12665A-3324-CDDF-E7B7-260A7EC8DB70}"/>
              </a:ext>
            </a:extLst>
          </p:cNvPr>
          <p:cNvSpPr txBox="1"/>
          <p:nvPr/>
        </p:nvSpPr>
        <p:spPr>
          <a:xfrm>
            <a:off x="432619" y="1563329"/>
            <a:ext cx="93799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Literature Review &amp; Research Gap</a:t>
            </a:r>
          </a:p>
          <a:p>
            <a:pPr>
              <a:buNone/>
            </a:pPr>
            <a:endParaRPr lang="en-IN" b="1" dirty="0"/>
          </a:p>
          <a:p>
            <a:r>
              <a:rPr lang="en-US" dirty="0"/>
              <a:t>Previous research, such as </a:t>
            </a:r>
            <a:r>
              <a:rPr lang="en-US" b="1" dirty="0"/>
              <a:t>IntelliLight (Wei et al., 2019)</a:t>
            </a:r>
            <a:r>
              <a:rPr lang="en-US" dirty="0"/>
              <a:t>, explored reinforcement learning for traffic control but was limited to single intersections and simulation environments. Another study by </a:t>
            </a:r>
            <a:r>
              <a:rPr lang="en-US" b="1" dirty="0"/>
              <a:t>Khampuria and Pandey (2021)</a:t>
            </a:r>
            <a:r>
              <a:rPr lang="en-US" dirty="0"/>
              <a:t> implemented DQN for optimizing signal patterns, yet it lacked real-world hardware testing and IoT integration.</a:t>
            </a:r>
          </a:p>
          <a:p>
            <a:endParaRPr lang="en-US" dirty="0"/>
          </a:p>
          <a:p>
            <a:r>
              <a:rPr lang="en-US" dirty="0"/>
              <a:t>Our project bridges this gap by combining </a:t>
            </a:r>
            <a:r>
              <a:rPr lang="en-US" b="1" dirty="0"/>
              <a:t>AI-driven decision-making</a:t>
            </a:r>
            <a:r>
              <a:rPr lang="en-US" dirty="0"/>
              <a:t> with </a:t>
            </a:r>
            <a:r>
              <a:rPr lang="en-US" b="1" dirty="0"/>
              <a:t>hardware simulation and embedded control</a:t>
            </a:r>
            <a:r>
              <a:rPr lang="en-US" dirty="0"/>
              <a:t>. By integrating </a:t>
            </a:r>
            <a:r>
              <a:rPr lang="en-US" b="1" dirty="0"/>
              <a:t>IR or camera sensors</a:t>
            </a:r>
            <a:r>
              <a:rPr lang="en-US" dirty="0"/>
              <a:t> with a Raspberry Pi, our model physically demonstrates how adaptive control can function in a real-world scenario, forming a foundation for smart city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269613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BAE1F6-0226-B9A1-ED06-13DCCC2058CC}"/>
              </a:ext>
            </a:extLst>
          </p:cNvPr>
          <p:cNvSpPr txBox="1"/>
          <p:nvPr/>
        </p:nvSpPr>
        <p:spPr>
          <a:xfrm>
            <a:off x="432618" y="1268361"/>
            <a:ext cx="871138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Methodology / System Architecture Components: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Sensors:</a:t>
            </a:r>
            <a:r>
              <a:rPr lang="en-IN" dirty="0"/>
              <a:t> IR or camera module for vehicle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Controller:</a:t>
            </a:r>
            <a:r>
              <a:rPr lang="en-IN" dirty="0"/>
              <a:t> Raspberry Pi / Arduino for signal control.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Algorithm:</a:t>
            </a:r>
            <a:r>
              <a:rPr lang="en-IN" dirty="0"/>
              <a:t> Q-Learning logic decides optimal green light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Output:</a:t>
            </a:r>
            <a:r>
              <a:rPr lang="en-IN" dirty="0"/>
              <a:t> LEDs represent red, yellow, green 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Relay modules</a:t>
            </a:r>
            <a:r>
              <a:rPr lang="en-IN" dirty="0"/>
              <a:t> switch LED signals dynamically.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Flow:</a:t>
            </a:r>
          </a:p>
          <a:p>
            <a:pPr>
              <a:buNone/>
            </a:pP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Sensors detect traffic density.</a:t>
            </a:r>
          </a:p>
          <a:p>
            <a:pPr>
              <a:buFont typeface="+mj-lt"/>
              <a:buAutoNum type="arabicPeriod"/>
            </a:pPr>
            <a:r>
              <a:rPr lang="en-IN" dirty="0"/>
              <a:t>Data sent to Q-Learning agent.</a:t>
            </a:r>
          </a:p>
          <a:p>
            <a:pPr>
              <a:buFont typeface="+mj-lt"/>
              <a:buAutoNum type="arabicPeriod"/>
            </a:pPr>
            <a:r>
              <a:rPr lang="en-IN" dirty="0"/>
              <a:t>Agent adjusts green light timing.</a:t>
            </a:r>
          </a:p>
          <a:p>
            <a:pPr>
              <a:buFont typeface="+mj-lt"/>
              <a:buAutoNum type="arabicPeriod"/>
            </a:pPr>
            <a:r>
              <a:rPr lang="en-IN" dirty="0"/>
              <a:t>System learns optimal patterns over time.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1DA550-EE2D-7FE6-EE3E-2F4E76BC0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458" y="1268361"/>
            <a:ext cx="5279924" cy="416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36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1A9CBC-1732-6EDF-C395-A22D8ACB4809}"/>
              </a:ext>
            </a:extLst>
          </p:cNvPr>
          <p:cNvSpPr txBox="1"/>
          <p:nvPr/>
        </p:nvSpPr>
        <p:spPr>
          <a:xfrm>
            <a:off x="363792" y="1278195"/>
            <a:ext cx="87212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Hardware &amp; Software Components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Hardware: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Raspberry Pi 4 or ESP32 microcontroller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IR Sensors or Camera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Traffic Signal LEDs with Relay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Breadboard, Jumper Wires, Power Supply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Software: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Python (for RL algorithms)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TensorFlow Lite / NumPy / OpenCV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Tinkercad for Simulation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965027-F124-732C-0E00-C772399A2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858" y="828368"/>
            <a:ext cx="4827640" cy="520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483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B7F3D0-E451-402F-6320-45A40E98B4F3}"/>
              </a:ext>
            </a:extLst>
          </p:cNvPr>
          <p:cNvSpPr txBox="1"/>
          <p:nvPr/>
        </p:nvSpPr>
        <p:spPr>
          <a:xfrm>
            <a:off x="422786" y="1081549"/>
            <a:ext cx="106385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Algorithm — Q-Learning &amp; DQN</a:t>
            </a:r>
          </a:p>
          <a:p>
            <a:pPr>
              <a:buNone/>
            </a:pPr>
            <a:endParaRPr lang="en-IN" b="1" dirty="0"/>
          </a:p>
          <a:p>
            <a:r>
              <a:rPr lang="en-IN" b="1" dirty="0"/>
              <a:t>Q-Learning: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Model-free RL algorithm that learns optimal actions using reward feedback.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Agent updates Q-values based on traffic density and waiting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Deep Q-Network (DQN):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Uses a neural network to approximate Q-values.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Enables better scalability and generalization in complex environments.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5908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589FB-7FB4-31E1-7222-DAD7DCDA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59B8D4-4DF2-BC21-9E5E-8EAEA9CEAC7D}"/>
              </a:ext>
            </a:extLst>
          </p:cNvPr>
          <p:cNvSpPr txBox="1"/>
          <p:nvPr/>
        </p:nvSpPr>
        <p:spPr>
          <a:xfrm>
            <a:off x="176983" y="2467897"/>
            <a:ext cx="70595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Simulation &amp; Results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Simulated using </a:t>
            </a:r>
            <a:r>
              <a:rPr lang="en-US" b="1" dirty="0"/>
              <a:t>Tinkercad</a:t>
            </a:r>
            <a:r>
              <a:rPr lang="en-US" dirty="0"/>
              <a:t> and </a:t>
            </a:r>
            <a:r>
              <a:rPr lang="en-US" b="1" dirty="0"/>
              <a:t>Python</a:t>
            </a:r>
            <a:r>
              <a:rPr lang="en-US" dirty="0"/>
              <a:t> for logic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LEDs act as real-world traffic 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 adjusts light duration dynamically based on density.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Results: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Reduced waiting time by 2% compared to fixed-time systems.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Improved fuel efficiency and smoother traffic flow.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27958-4267-2A26-8084-E1A5F0AFD76D}"/>
              </a:ext>
            </a:extLst>
          </p:cNvPr>
          <p:cNvSpPr txBox="1"/>
          <p:nvPr/>
        </p:nvSpPr>
        <p:spPr>
          <a:xfrm>
            <a:off x="265471" y="4778477"/>
            <a:ext cx="61648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Limitations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Currently tested for </a:t>
            </a:r>
            <a:r>
              <a:rPr lang="en-US" b="1" dirty="0"/>
              <a:t>single intersections</a:t>
            </a:r>
            <a:r>
              <a:rPr lang="en-US" dirty="0"/>
              <a:t> only.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 </a:t>
            </a:r>
            <a:r>
              <a:rPr lang="en-US" b="1" dirty="0"/>
              <a:t>real-world data</a:t>
            </a:r>
            <a:r>
              <a:rPr lang="en-US" dirty="0"/>
              <a:t> for large-scale deployment.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Camera-based systems need better lighting and calibration.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494F4B-F6A8-1314-5C96-038DA6A59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194" y="2222090"/>
            <a:ext cx="4640824" cy="40337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139B03-6C28-E12C-C4B1-6FBC3D9B90C5}"/>
              </a:ext>
            </a:extLst>
          </p:cNvPr>
          <p:cNvSpPr txBox="1"/>
          <p:nvPr/>
        </p:nvSpPr>
        <p:spPr>
          <a:xfrm>
            <a:off x="265471" y="265471"/>
            <a:ext cx="109924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Circuit Description and Working Principle</a:t>
            </a:r>
          </a:p>
          <a:p>
            <a:endParaRPr lang="en-IN" b="1" dirty="0"/>
          </a:p>
          <a:p>
            <a:r>
              <a:rPr lang="en-IN" dirty="0"/>
              <a:t>The circuit comprises 8 IR sensors interfaced with an Arduino UNO to detect vehicle density on each road. </a:t>
            </a:r>
          </a:p>
          <a:p>
            <a:r>
              <a:rPr lang="en-IN" dirty="0"/>
              <a:t>Four red and four green LEDs represent the traffic lights for four directions — North, East, South, and West. </a:t>
            </a:r>
          </a:p>
          <a:p>
            <a:r>
              <a:rPr lang="en-IN" dirty="0"/>
              <a:t>Each LED pair is controlled through digital output pins, while IR sensors send input signals via digital and analog pins. The adaptive timing control is achieved using Q-Learning logic, which dynamically adjusts the green-light duration based on traffic density.</a:t>
            </a:r>
          </a:p>
        </p:txBody>
      </p:sp>
    </p:spTree>
    <p:extLst>
      <p:ext uri="{BB962C8B-B14F-4D97-AF65-F5344CB8AC3E}">
        <p14:creationId xmlns:p14="http://schemas.microsoft.com/office/powerpoint/2010/main" val="2593080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A44EA1-B2F5-9AC1-95A3-BA0839333991}"/>
              </a:ext>
            </a:extLst>
          </p:cNvPr>
          <p:cNvSpPr txBox="1"/>
          <p:nvPr/>
        </p:nvSpPr>
        <p:spPr>
          <a:xfrm>
            <a:off x="294967" y="1160207"/>
            <a:ext cx="1077408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Future Work &amp; Conclusion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Future Enhancements: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This project can be further enhanced by integrating a Raspberry Pi for real-time data processing and machine learning model execution. A camera module can replace IR sensors to enable image-based vehicle detection and congestion analysis. The system can also be expanded to support Deep Q-Networks (DQN) for multi-junction optimization, making it suitable for deployment in smart city traffic management systems.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Conclusion: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Our project successfully demonstrates how artificial intelligence and IoT can work together to create adaptive, sustainable, and efficient traffic management systems — a crucial step toward realizing the vision of smart cities.</a:t>
            </a:r>
          </a:p>
        </p:txBody>
      </p:sp>
    </p:spTree>
    <p:extLst>
      <p:ext uri="{BB962C8B-B14F-4D97-AF65-F5344CB8AC3E}">
        <p14:creationId xmlns:p14="http://schemas.microsoft.com/office/powerpoint/2010/main" val="55893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A0A297-D6E6-3B0C-361A-520074EDD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67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931</Words>
  <Application>Microsoft Office PowerPoint</Application>
  <PresentationFormat>Widescreen</PresentationFormat>
  <Paragraphs>104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MATTAPALLY MEGHANA</dc:creator>
  <cp:lastModifiedBy>Goutham Reddy</cp:lastModifiedBy>
  <cp:revision>8</cp:revision>
  <dcterms:created xsi:type="dcterms:W3CDTF">2025-10-25T17:49:53Z</dcterms:created>
  <dcterms:modified xsi:type="dcterms:W3CDTF">2026-03-16T18:01:37Z</dcterms:modified>
</cp:coreProperties>
</file>